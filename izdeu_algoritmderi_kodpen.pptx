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2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4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9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21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1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82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92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96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1213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69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7577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58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6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426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69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Іздеу жүйелері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Линейлік және бинарлық іздеу алгоритмдерін салыстыру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Мақсаты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Массивтегі элементті табу және алгоритмдердің тиімділігін салыстыру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Линейлік іздеу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Әр элементті бір-бірден тексереді</a:t>
            </a:r>
          </a:p>
          <a:p>
            <a:r>
              <a:t>Қарапайым, бірақ баяу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Линейлік іздеу күрделілігі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Уақыттық күрделілік: O(n)</a:t>
            </a:r>
          </a:p>
          <a:p>
            <a:r>
              <a:t>Ең нашар жағдайда барлық элементті қарайды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Бинарлық іздеу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Массивті екіге бөледі</a:t>
            </a:r>
          </a:p>
          <a:p>
            <a:r>
              <a:t>Ортаңғы элементпен салыстырады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Бинарлық іздеу шарты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Массив міндетті түрде сұрыпталған болуы керек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Бинарлық іздеу күрделілігі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Уақыттық күрделілік: O(log n)</a:t>
            </a:r>
          </a:p>
          <a:p>
            <a:r>
              <a:t>Өте жылдам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Қорытынды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Бинарлық іздеу жылдам, бірақ сұрыпталған деректер қажет</a:t>
            </a:r>
          </a:p>
          <a:p>
            <a:r>
              <a:t>Линейлік – әмбебап, бірақ баяу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коды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143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def linear_search(arr, target):</a:t>
            </a:r>
          </a:p>
          <a:p>
            <a:pPr>
              <a:defRPr sz="1600">
                <a:latin typeface="Courier New"/>
              </a:defRPr>
            </a:pPr>
            <a:r>
              <a:t>    for i in range(len(arr)):</a:t>
            </a:r>
          </a:p>
          <a:p>
            <a:pPr>
              <a:defRPr sz="1600">
                <a:latin typeface="Courier New"/>
              </a:defRPr>
            </a:pPr>
            <a:r>
              <a:t>        if arr[i] == target:</a:t>
            </a:r>
          </a:p>
          <a:p>
            <a:pPr>
              <a:defRPr sz="1600">
                <a:latin typeface="Courier New"/>
              </a:defRPr>
            </a:pPr>
            <a:r>
              <a:t>            return i</a:t>
            </a:r>
          </a:p>
          <a:p>
            <a:pPr>
              <a:defRPr sz="1600">
                <a:latin typeface="Courier New"/>
              </a:defRPr>
            </a:pPr>
            <a:r>
              <a:t>    return -1</a:t>
            </a:r>
          </a:p>
          <a:p>
            <a:pPr>
              <a:defRPr sz="1600">
                <a:latin typeface="Courier New"/>
              </a:defRPr>
            </a:pPr>
            <a:endParaRPr/>
          </a:p>
          <a:p>
            <a:pPr>
              <a:defRPr sz="1600">
                <a:latin typeface="Courier New"/>
              </a:defRPr>
            </a:pPr>
            <a:r>
              <a:t>def binary_search(arr, target):</a:t>
            </a:r>
          </a:p>
          <a:p>
            <a:pPr>
              <a:defRPr sz="1600">
                <a:latin typeface="Courier New"/>
              </a:defRPr>
            </a:pPr>
            <a:r>
              <a:t>    left, right = 0, len(arr) - 1</a:t>
            </a:r>
          </a:p>
          <a:p>
            <a:pPr>
              <a:defRPr sz="1600">
                <a:latin typeface="Courier New"/>
              </a:defRPr>
            </a:pPr>
            <a:r>
              <a:t>    while left &lt;= right:</a:t>
            </a:r>
          </a:p>
          <a:p>
            <a:pPr>
              <a:defRPr sz="1600">
                <a:latin typeface="Courier New"/>
              </a:defRPr>
            </a:pPr>
            <a:r>
              <a:t>        mid = (left + right) // 2</a:t>
            </a:r>
          </a:p>
          <a:p>
            <a:pPr>
              <a:defRPr sz="1600">
                <a:latin typeface="Courier New"/>
              </a:defRPr>
            </a:pPr>
            <a:r>
              <a:t>        if arr[mid] == target:</a:t>
            </a:r>
          </a:p>
          <a:p>
            <a:pPr>
              <a:defRPr sz="1600">
                <a:latin typeface="Courier New"/>
              </a:defRPr>
            </a:pPr>
            <a:r>
              <a:t>            return mid</a:t>
            </a:r>
          </a:p>
          <a:p>
            <a:pPr>
              <a:defRPr sz="1600">
                <a:latin typeface="Courier New"/>
              </a:defRPr>
            </a:pPr>
            <a:r>
              <a:t>        elif arr[mid] &lt; target:</a:t>
            </a:r>
          </a:p>
          <a:p>
            <a:pPr>
              <a:defRPr sz="1600">
                <a:latin typeface="Courier New"/>
              </a:defRPr>
            </a:pPr>
            <a:r>
              <a:t>            left = mid + 1</a:t>
            </a:r>
          </a:p>
          <a:p>
            <a:pPr>
              <a:defRPr sz="1600">
                <a:latin typeface="Courier New"/>
              </a:defRPr>
            </a:pPr>
            <a:r>
              <a:t>        else:</a:t>
            </a:r>
          </a:p>
          <a:p>
            <a:pPr>
              <a:defRPr sz="1600">
                <a:latin typeface="Courier New"/>
              </a:defRPr>
            </a:pPr>
            <a:r>
              <a:t>            right = mid - 1</a:t>
            </a:r>
          </a:p>
          <a:p>
            <a:pPr>
              <a:defRPr sz="1600">
                <a:latin typeface="Courier New"/>
              </a:defRPr>
            </a:pPr>
            <a:r>
              <a:t>    return -1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Мысал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Массив: [2, 4, 6, 8, 10, 12, 14]</a:t>
            </a:r>
          </a:p>
          <a:p>
            <a:pPr>
              <a:defRPr sz="2200"/>
            </a:pPr>
            <a:r>
              <a:t>Ізделетін элемент: 10</a:t>
            </a:r>
          </a:p>
          <a:p>
            <a:pPr>
              <a:defRPr sz="2200"/>
            </a:pPr>
            <a:r>
              <a:t>Линейлік іздеу: 5-элементке дейін қарайды</a:t>
            </a:r>
          </a:p>
          <a:p>
            <a:pPr>
              <a:defRPr sz="2200"/>
            </a:pPr>
            <a:r>
              <a:t>Бинарлық іздеу: бірден ортасынан бастап, тез табады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215</Words>
  <Application>Microsoft Office PowerPoint</Application>
  <PresentationFormat>Экран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Courier New</vt:lpstr>
      <vt:lpstr>Trebuchet MS</vt:lpstr>
      <vt:lpstr>Wingdings 3</vt:lpstr>
      <vt:lpstr>Аспект</vt:lpstr>
      <vt:lpstr>Іздеу жүйелері</vt:lpstr>
      <vt:lpstr>Мақсаты</vt:lpstr>
      <vt:lpstr>Линейлік іздеу</vt:lpstr>
      <vt:lpstr>Линейлік іздеу күрделілігі</vt:lpstr>
      <vt:lpstr>Бинарлық іздеу</vt:lpstr>
      <vt:lpstr>Бинарлық іздеу шарты</vt:lpstr>
      <vt:lpstr>Бинарлық іздеу күрделілігі</vt:lpstr>
      <vt:lpstr>Қорытынды</vt:lpstr>
      <vt:lpstr>Python коды</vt:lpstr>
      <vt:lpstr>Мысал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Іздеу жүйелері</dc:title>
  <dc:subject/>
  <dc:creator/>
  <cp:keywords/>
  <dc:description>generated using python-pptx</dc:description>
  <cp:lastModifiedBy>Student</cp:lastModifiedBy>
  <cp:revision>2</cp:revision>
  <dcterms:created xsi:type="dcterms:W3CDTF">2013-01-27T09:14:16Z</dcterms:created>
  <dcterms:modified xsi:type="dcterms:W3CDTF">2026-04-23T11:52:25Z</dcterms:modified>
  <cp:category/>
</cp:coreProperties>
</file>